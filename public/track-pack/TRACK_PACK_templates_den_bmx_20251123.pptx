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845b6124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845b6124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845b6124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845b6124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track_pack_weekly_scedule_fb_square_202511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3664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70150" y="386950"/>
            <a:ext cx="21774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dk2"/>
                </a:solidFill>
              </a:rPr>
              <a:t>11/3-11/9</a:t>
            </a:r>
            <a:endParaRPr b="1" i="1" sz="20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612925" y="1040075"/>
            <a:ext cx="31968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VOLUNTEER MAINTENANCE NIGHT!</a:t>
            </a:r>
            <a:br>
              <a:rPr b="1" i="1" lang="en" sz="1200">
                <a:solidFill>
                  <a:schemeClr val="dk2"/>
                </a:solidFill>
              </a:rPr>
            </a:br>
            <a:r>
              <a:rPr b="1" i="1" lang="en" sz="1200">
                <a:solidFill>
                  <a:schemeClr val="dk2"/>
                </a:solidFill>
              </a:rPr>
              <a:t>Free pizza and riding after 530-630pm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612925" y="1542800"/>
            <a:ext cx="31968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6-8pm practice ($5 or D-pass)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612925" y="2067450"/>
            <a:ext cx="31968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No scheduled events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612925" y="2571750"/>
            <a:ext cx="31968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6-8pm practice &amp; race ($10 or D-pass)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612925" y="3094825"/>
            <a:ext cx="31968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No scheduled events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612925" y="3600700"/>
            <a:ext cx="31968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VOLUNTEER MAINTENANCE NIGHT!</a:t>
            </a:r>
            <a:br>
              <a:rPr b="1" i="1" lang="en" sz="1200">
                <a:solidFill>
                  <a:schemeClr val="dk2"/>
                </a:solidFill>
              </a:rPr>
            </a:br>
            <a:r>
              <a:rPr b="1" i="1" lang="en" sz="1200">
                <a:solidFill>
                  <a:schemeClr val="dk2"/>
                </a:solidFill>
              </a:rPr>
              <a:t>Free pizza and riding after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612925" y="4106575"/>
            <a:ext cx="31968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2-4pm practice &amp; race ($15 or D-pass)</a:t>
            </a:r>
            <a:endParaRPr b="1" i="1" sz="1200">
              <a:solidFill>
                <a:schemeClr val="dk2"/>
              </a:solidFill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7675" y="0"/>
            <a:ext cx="1070301" cy="10856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122900" y="108850"/>
            <a:ext cx="1577400" cy="47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Social: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FB</a:t>
            </a:r>
            <a:br>
              <a:rPr lang="en" sz="1800">
                <a:solidFill>
                  <a:schemeClr val="dk2"/>
                </a:solidFill>
              </a:rPr>
            </a:br>
            <a:br>
              <a:rPr lang="en" sz="1800">
                <a:solidFill>
                  <a:schemeClr val="dk2"/>
                </a:solidFill>
              </a:rPr>
            </a:br>
            <a:r>
              <a:rPr b="1" lang="en" sz="1800">
                <a:solidFill>
                  <a:schemeClr val="dk2"/>
                </a:solidFill>
              </a:rPr>
              <a:t>Dim: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Square</a:t>
            </a:r>
            <a:br>
              <a:rPr lang="en" sz="1800">
                <a:solidFill>
                  <a:schemeClr val="dk2"/>
                </a:solidFill>
              </a:rPr>
            </a:br>
            <a:br>
              <a:rPr lang="en" sz="1800">
                <a:solidFill>
                  <a:schemeClr val="dk2"/>
                </a:solidFill>
              </a:rPr>
            </a:br>
            <a:r>
              <a:rPr b="1" lang="en" sz="1800">
                <a:solidFill>
                  <a:schemeClr val="dk2"/>
                </a:solidFill>
              </a:rPr>
              <a:t>Content: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Weekly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Schedule</a:t>
            </a:r>
            <a:br>
              <a:rPr lang="en" sz="1800">
                <a:solidFill>
                  <a:schemeClr val="dk2"/>
                </a:solidFill>
              </a:rPr>
            </a:br>
            <a:br>
              <a:rPr lang="en" sz="1800">
                <a:solidFill>
                  <a:schemeClr val="dk2"/>
                </a:solidFill>
              </a:rPr>
            </a:br>
            <a:r>
              <a:rPr b="1" lang="en" sz="1800">
                <a:solidFill>
                  <a:schemeClr val="dk2"/>
                </a:solidFill>
              </a:rPr>
              <a:t>Directions: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Fill out template and copy/paste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4" title="track_pack_weekly_scedule_fb_vert_mobile_202511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8025" y="0"/>
            <a:ext cx="411629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4806700" y="703350"/>
            <a:ext cx="21774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dk2"/>
                </a:solidFill>
              </a:rPr>
              <a:t>11/3-11/9</a:t>
            </a:r>
            <a:endParaRPr b="1" i="1" sz="2000">
              <a:solidFill>
                <a:schemeClr val="dk2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3924425" y="3723900"/>
            <a:ext cx="27432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PARTY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3924425" y="1500875"/>
            <a:ext cx="2743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6-8pm practice ($5 or D-pass)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3924425" y="1958200"/>
            <a:ext cx="27432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No scheduled events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3924425" y="2383725"/>
            <a:ext cx="2743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6-8pm practice &amp; race ($10 or D-pass)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3924425" y="2841050"/>
            <a:ext cx="27432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No scheduled events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3924425" y="3266575"/>
            <a:ext cx="2743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VOLUNTEER WORK NIGHT!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3924425" y="4149425"/>
            <a:ext cx="27432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RACE DAY</a:t>
            </a:r>
            <a:endParaRPr b="1" i="1" sz="1200">
              <a:solidFill>
                <a:schemeClr val="dk2"/>
              </a:solidFill>
            </a:endParaRPr>
          </a:p>
        </p:txBody>
      </p:sp>
      <p:pic>
        <p:nvPicPr>
          <p:cNvPr id="78" name="Google Shape;7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4625" y="251900"/>
            <a:ext cx="1070301" cy="1085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/>
        </p:nvSpPr>
        <p:spPr>
          <a:xfrm>
            <a:off x="122900" y="108850"/>
            <a:ext cx="1577400" cy="47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Social: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FB/Insta</a:t>
            </a:r>
            <a:br>
              <a:rPr lang="en" sz="1800">
                <a:solidFill>
                  <a:schemeClr val="dk2"/>
                </a:solidFill>
              </a:rPr>
            </a:br>
            <a:br>
              <a:rPr lang="en" sz="1800">
                <a:solidFill>
                  <a:schemeClr val="dk2"/>
                </a:solidFill>
              </a:rPr>
            </a:br>
            <a:r>
              <a:rPr b="1" lang="en" sz="1800">
                <a:solidFill>
                  <a:schemeClr val="dk2"/>
                </a:solidFill>
              </a:rPr>
              <a:t>Dim: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Vertical (Mobile)</a:t>
            </a:r>
            <a:br>
              <a:rPr lang="en" sz="1800">
                <a:solidFill>
                  <a:schemeClr val="dk2"/>
                </a:solidFill>
              </a:rPr>
            </a:br>
            <a:br>
              <a:rPr lang="en" sz="1800">
                <a:solidFill>
                  <a:schemeClr val="dk2"/>
                </a:solidFill>
              </a:rPr>
            </a:br>
            <a:r>
              <a:rPr b="1" lang="en" sz="1800">
                <a:solidFill>
                  <a:schemeClr val="dk2"/>
                </a:solidFill>
              </a:rPr>
              <a:t>Content: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Weekly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Schedule</a:t>
            </a:r>
            <a:br>
              <a:rPr lang="en" sz="1800">
                <a:solidFill>
                  <a:schemeClr val="dk2"/>
                </a:solidFill>
              </a:rPr>
            </a:br>
            <a:br>
              <a:rPr lang="en" sz="1800">
                <a:solidFill>
                  <a:schemeClr val="dk2"/>
                </a:solidFill>
              </a:rPr>
            </a:br>
            <a:r>
              <a:rPr b="1" lang="en" sz="1800">
                <a:solidFill>
                  <a:schemeClr val="dk2"/>
                </a:solidFill>
              </a:rPr>
              <a:t>Directions: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Fill out template and copy/paste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